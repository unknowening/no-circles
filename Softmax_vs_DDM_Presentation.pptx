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seconds. Introduce the motivating question. We are modeling two-alternative food choices from Krajbich et al. (2010), using participant-specific subjective value differences, binary decisions and reaction times. Our case-study pair was selected exploratorily after inspecting 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~65 seconds. Describe the trial table and fitting strategy. Both models see the same choice variable and ΔV. Softmax maximizes choice likelihood; the DDM fits the joint RT-choice density. Each subject contributes approximately 100 trials; these are exploratory independent fits, not hierarchical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~70 seconds. Explain the logistic curve: at ΔV=0, P(left)=0.5; as ΔV grows, the curve approaches 1. The fitted logit file here uses a one-parameter zero-bias model, so P(left) is exactly one-half for a value tie. Inverse temperature measures fitted value-to-choice sensitivity and is not intrinsically a neural processing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Reveal the fitted pair. For a fixed value difference, the two models give nearly identical choice probabilities. This does not mean their trial-by-trial choices or offered foods were identical, only that their fitted relationships between ΔV and choices are similar.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This is actual trial-level reaction time data from the uploaded MAT file, not a model simulation. The violin plots show substantial shifts in the distributions. A choice-only model was not designed to describe this difference. Ask the audience how to reconcile nearly identical choice sensitivity with a 2.5x mean RT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~85 seconds. Describe a stochastic diffusion: moment by moment evidence follows a random path biased by the subjective value difference. The first boundary crossed determines the choice and its time. We fix noise=1 and symmetric ±B boundaries, with unbiased starting point. Nondecision time shifts RT, and is not the same as decision time. A fitted DDM is a hypothesis about latent processes, not proof that brains literally diffuse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~65 seconds. Read off fitted coefficients: subject 10 drift β=.36185, B=1.290, t0=.539; subject 13 drift β=.19546, B=2.132, t0=.531. Their nondecision estimates are nearly identical, while drift and threshold differ. Neither has a boundary warning. This pattern could explain the observed temporal difference, but subject fits have uncertainty with about 100 trials.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~80 seconds. The solid lines use the analytic mean first-passage time for a constant-drift symmetric DDM plus fitted nondecision time, conditional on absolute value difference. Dots are actual observed means grouped by |ΔV|; dot size reflects number of trials. The model captures much of the between-subject difference and predicts faster responses for easier value comparisons, but individual observed bins are noisy and this is an in-sample descriptive check, not cross-validated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~65 seconds. Across 39 participants the correlation is r=.917. Explain the exact logistic relationship for the underlying symmetric diffusion model: P(left)=logistic(2 B βDDM ΔV), with diffusion noise fixed to one. This is why the DDM-implied slope is commensurable with a one-parameter Softmax slope. An overlay mixture may make this an approximation for the full fitted model. This agreement is not independent validation because both models use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~70 seconds. Summary and methodological caveats. Pair selection is post hoc, one hundred trials per participant limits precision, Softmax does not model RT, and raw cross-model NLLs are not directly comparable since they are fitted to different outcomes. Future work: cross-validation with same held-out choice trials, DDM RT posterior predictive checks, and bootstrap/ hierarchical uncertainty. Citation: Krajbich, Armel &amp; Rangel, Nature Neuroscience (2010); analyses from supplied Krajbich 2010 MAT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10896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VALUE-BASED DECISION MAKING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Same choices. Different decision processes?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83112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387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comparison of Softmax and Drift-Diffusion Models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607040" cy="0"/>
          </a:xfrm>
          <a:prstGeom prst="line">
            <a:avLst/>
          </a:prstGeom>
          <a:noFill/>
          <a:ln w="25400">
            <a:solidFill>
              <a:srgbClr val="DF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5292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17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 participants  •  3,862 food-choice trials  •  Subject-level model fitting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study: Subjects 10 and 13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Can two people make similarly value-consistent choices, but take different routes to deciding?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10896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task, two levels of explanation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83112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387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627632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Participants choose between two foods with pre-rated values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77240" y="2441448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331720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predictors: ΔV = left value − right value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3145536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035808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Outcomes: selected item and reaction time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77240" y="3849624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739896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both models separately for each of 39 participants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5010912"/>
            <a:ext cx="10607040" cy="804672"/>
          </a:xfrm>
          <a:prstGeom prst="roundRect">
            <a:avLst>
              <a:gd name="adj" fmla="val 11364"/>
            </a:avLst>
          </a:prstGeom>
          <a:solidFill>
            <a:srgbClr val="EEF4F6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526694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 uses choices only  •  DDM uses choices + response times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10896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Softmax: values become choice probabilities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83112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387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95528" y="153619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P(left) = 1 / [1 + exp(−β × ΔV)]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22960" y="2551176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441448"/>
            <a:ext cx="1017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fitted parameter: inverse temperature β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282696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3172968"/>
            <a:ext cx="1017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β → choices track value more consistently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4014216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904488"/>
            <a:ext cx="10177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independently predict decision time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523951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 rule, not a temporal mechanism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10896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SUBJECTS 10 AND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pair Softmax sees as very similar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83112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387"/>
                </a:solidFill>
              </a:rPr>
              <a:t>04</a:t>
            </a:r>
            <a:endParaRPr lang="en-US" sz="1000" dirty="0"/>
          </a:p>
        </p:txBody>
      </p:sp>
      <p:pic>
        <p:nvPicPr>
          <p:cNvPr id="6" name="Image 0" descr="/mnt/data/ddm_assets/softmax_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63040"/>
            <a:ext cx="7726680" cy="4526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737360"/>
            <a:ext cx="3063240" cy="2999232"/>
          </a:xfrm>
          <a:prstGeom prst="roundRect">
            <a:avLst>
              <a:gd name="adj" fmla="val 3659"/>
            </a:avLst>
          </a:prstGeom>
          <a:solidFill>
            <a:srgbClr val="EEF4F6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23376" y="199339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10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23376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β = 0.824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8723376" y="3218688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7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13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23376" y="360273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β = 0.845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8394192" y="507492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Nearly identical fitted choice curves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10896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 their decision times differ dramatically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83112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387"/>
                </a:solidFill>
              </a:rPr>
              <a:t>05</a:t>
            </a:r>
            <a:endParaRPr lang="en-US" sz="1000" dirty="0"/>
          </a:p>
        </p:txBody>
      </p:sp>
      <p:pic>
        <p:nvPicPr>
          <p:cNvPr id="6" name="Image 0" descr="/mnt/data/ddm_assets/rt_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99032"/>
            <a:ext cx="7863840" cy="4681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59368" y="1828800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1.76 s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668512" y="24780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7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10 mean RT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59368" y="3410712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D67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4.36 s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8668512" y="40599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7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13 mean RT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0" y="5056632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2.48× slower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10896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DDM: choices emerge from evidence accumulation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83112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387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1527048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dX = (βDDM × ΔV)dt + dW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22960" y="2532888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423160"/>
            <a:ext cx="10085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 sensitivity βDDM: influence of subjective value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3090672"/>
            <a:ext cx="10085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B: evidence required to commit to a choice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3867912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758184"/>
            <a:ext cx="10085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Nondecision time t₀: encoding and motor components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425696"/>
            <a:ext cx="10085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noisy trajectory ends when it reaches ±B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68096" y="5532120"/>
            <a:ext cx="10698480" cy="621792"/>
          </a:xfrm>
          <a:prstGeom prst="roundRect">
            <a:avLst/>
          </a:prstGeom>
          <a:solidFill>
            <a:srgbClr val="EEF4F6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72414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choice probabilities can arise from different βDDM–B combinations.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10896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FITTED PARAMETERS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DDM separates the pair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83112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387"/>
                </a:solidFill>
              </a:rPr>
              <a:t>07</a:t>
            </a:r>
            <a:endParaRPr lang="en-US" sz="1000" dirty="0"/>
          </a:p>
        </p:txBody>
      </p:sp>
      <p:pic>
        <p:nvPicPr>
          <p:cNvPr id="6" name="Image 0" descr="/mnt/data/ddm_assets/parameters_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463040"/>
            <a:ext cx="10927080" cy="4050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486400"/>
            <a:ext cx="5303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10: stronger value drift, lower threshold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126480" y="5486400"/>
            <a:ext cx="53949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7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13: weaker value drift, higher threshold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10896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the DDM predictions resemble the observed RTs?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83112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387"/>
                </a:solidFill>
              </a:rPr>
              <a:t>08</a:t>
            </a:r>
            <a:endParaRPr lang="en-US" sz="1000" dirty="0"/>
          </a:p>
        </p:txBody>
      </p:sp>
      <p:pic>
        <p:nvPicPr>
          <p:cNvPr id="6" name="Image 0" descr="/mnt/data/ddm_assets/rt_predi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99032"/>
            <a:ext cx="822960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87968" y="20482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887968" y="24505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17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DDM-predicted mean RT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887968" y="3685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Dots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887968" y="40873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17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mean RT by |ΔV|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" y="62179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3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Dots shown for bins with ≥3 trials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10896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39 PARTICIPANTS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broader sample: shared choice information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83112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387"/>
                </a:solidFill>
              </a:rPr>
              <a:t>09</a:t>
            </a:r>
            <a:endParaRPr lang="en-US" sz="1000" dirty="0"/>
          </a:p>
        </p:txBody>
      </p:sp>
      <p:pic>
        <p:nvPicPr>
          <p:cNvPr id="6" name="Image 0" descr="/mnt/data/ddm_assets/agre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726680" cy="4727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0" y="19019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0.917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686800" y="2596896"/>
            <a:ext cx="25877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Correlation between fitted Softmax β and DDM-implied choice slope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0" y="4572000"/>
            <a:ext cx="253288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DDM-implied β = 2B × βDDM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72A45"/>
          </a:solidFill>
          <a:ln w="12700">
            <a:solidFill>
              <a:srgbClr val="172A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10896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658368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Takeaway: models change what we can infer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183112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387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673352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Softmax: how consistently do values predict choices?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478024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DDM: what drift, threshold and nondecision time can account for choices and RTs?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392424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282696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Subjects 10 &amp; 13: similar choice slopes, very different decision speeds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96012" cy="96012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4087368"/>
            <a:ext cx="10222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is model-dependent—not proof of distinct neural mechanisms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" y="5193792"/>
            <a:ext cx="10515600" cy="804672"/>
          </a:xfrm>
          <a:prstGeom prst="roundRect">
            <a:avLst/>
          </a:prstGeom>
          <a:solidFill>
            <a:srgbClr val="EEF4F6"/>
          </a:solidFill>
          <a:ln w="12700">
            <a:solidFill>
              <a:srgbClr val="DFE6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54223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test: held-out choice and RT predictions + parameter uncertainty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Same Choices, Different Decision Processes?</dc:title>
  <dc:subject>Softmax versus drift diffusion models of value-based choice</dc:subject>
  <dc:creator>Research presentation</dc:creator>
  <cp:lastModifiedBy>Research presentation</cp:lastModifiedBy>
  <cp:revision>1</cp:revision>
  <dcterms:created xsi:type="dcterms:W3CDTF">2026-10-21T17:43:40Z</dcterms:created>
  <dcterms:modified xsi:type="dcterms:W3CDTF">2026-10-21T17:43:40Z</dcterms:modified>
</cp:coreProperties>
</file>